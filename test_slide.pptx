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4572000" cy="2743200"/>
          </a:xfrm>
          <a:prstGeom prst="roundRect">
            <a:avLst/>
          </a:prstGeom>
          <a:solidFill>
            <a:srgbClr val="0D1B2A"/>
          </a:solidFill>
          <a:ln w="19050">
            <a:solidFill>
              <a:srgbClr val="01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b="1" sz="1400">
                <a:solidFill>
                  <a:srgbClr val="019DF4"/>
                </a:solidFill>
              </a:defRPr>
            </a:pPr>
            <a:r>
              <a:t>TITULO DE PRUEBA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